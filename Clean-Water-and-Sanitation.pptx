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embeddedFontLst>
    <p:embeddedFont>
      <p:font typeface="Public Sans"/>
      <p:regular r:id="rId201314"/>
    </p:embeddedFont>
    <p:embeddedFont>
      <p:font typeface="Public Sans SemiBold"/>
      <p:regular r:id="rId201315"/>
    </p:embeddedFont>
    <p:embeddedFont>
      <p:font typeface="Public Sans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4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773" y="1287066"/>
            <a:ext cx="5562461" cy="16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spc="132" kern="0" dirty="0">
                <a:solidFill>
                  <a:srgbClr val="0F766E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SDG 6 · EVERYDAY 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66773" y="1533426"/>
            <a:ext cx="5105272" cy="12434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800" b="1" spc="-96" kern="0" dirty="0">
                <a:solidFill>
                  <a:srgbClr val="0F766E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CLEAN WATER</a:t>
            </a:r>
            <a:endParaRPr lang="en-US" sz="48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800" b="1" spc="-96" kern="0" dirty="0">
                <a:solidFill>
                  <a:srgbClr val="0F766E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AND SANITATION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066773" y="4467920"/>
            <a:ext cx="1276318" cy="38100"/>
          </a:xfrm>
          <a:prstGeom prst="roundRect">
            <a:avLst>
              <a:gd name="adj" fmla="val 49999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066773" y="4747320"/>
            <a:ext cx="5105272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16324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Safe water, safe toilets, and clean habits protect everyone.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1822" y="0"/>
            <a:ext cx="5079873" cy="6858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167009" y="519212"/>
            <a:ext cx="49372" cy="161230"/>
          </a:xfrm>
          <a:prstGeom prst="rect">
            <a:avLst/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058914" y="2428974"/>
            <a:ext cx="4878" cy="69751"/>
          </a:xfrm>
          <a:prstGeom prst="roundRect">
            <a:avLst>
              <a:gd name="adj" fmla="val 49999"/>
            </a:avLst>
          </a:prstGeom>
          <a:solidFill>
            <a:srgbClr val="E22459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5340"/>
            <a:ext cx="3987700" cy="2590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000" b="1" spc="-80" kern="0" dirty="0">
                <a:solidFill>
                  <a:srgbClr val="0F766E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SAFE WATER AND</a:t>
            </a:r>
            <a:endParaRPr lang="en-US" sz="40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000" b="1" spc="-80" kern="0" dirty="0">
                <a:solidFill>
                  <a:srgbClr val="0F766E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SANITATION PROTECT HEALTH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09585" y="3509466"/>
            <a:ext cx="996925" cy="38100"/>
          </a:xfrm>
          <a:prstGeom prst="roundRect">
            <a:avLst>
              <a:gd name="adj" fmla="val 49999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3788866"/>
            <a:ext cx="3987700" cy="2464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21000"/>
              </a:lnSpc>
              <a:buSzPct val="100000"/>
              <a:buChar char="•"/>
            </a:pPr>
            <a:r>
              <a:rPr lang="en-US" sz="1600" b="1" dirty="0">
                <a:solidFill>
                  <a:srgbClr val="16324F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Clean water:</a:t>
            </a:r>
            <a:pPr algn="l" marL="325120" indent="-325120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16324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Safe drinking water helps people stay healthy.</a:t>
            </a:r>
            <a:endParaRPr lang="en-US" sz="1600" dirty="0"/>
          </a:p>
          <a:p>
            <a:pPr algn="l" marL="325120" indent="-325120">
              <a:lnSpc>
                <a:spcPct val="121000"/>
              </a:lnSpc>
              <a:buSzPct val="100000"/>
              <a:buChar char="•"/>
            </a:pPr>
            <a:r>
              <a:rPr lang="en-US" sz="1600" b="1" dirty="0">
                <a:solidFill>
                  <a:srgbClr val="16324F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Sanitation:</a:t>
            </a:r>
            <a:pPr algn="l" marL="325120" indent="-325120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16324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Safe toilets, wastewater treatment, and handwashing help prevent disease.</a:t>
            </a:r>
            <a:endParaRPr lang="en-US" sz="1600" dirty="0"/>
          </a:p>
          <a:p>
            <a:pPr algn="l" marL="325120" indent="-325120">
              <a:lnSpc>
                <a:spcPct val="121000"/>
              </a:lnSpc>
              <a:buSzPct val="100000"/>
              <a:buChar char="•"/>
            </a:pPr>
            <a:r>
              <a:rPr lang="en-US" sz="1600" b="1" dirty="0">
                <a:solidFill>
                  <a:srgbClr val="16324F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Global goal:</a:t>
            </a:r>
            <a:pPr algn="l" marL="325120" indent="-325120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16324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United Nations Goal 6 calls for water and sanitation for all by 2030.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873" y="0"/>
            <a:ext cx="7111822" cy="6858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259713" y="0"/>
            <a:ext cx="40764" cy="38100"/>
          </a:xfrm>
          <a:prstGeom prst="rect">
            <a:avLst/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143009" y="1909763"/>
            <a:ext cx="4878" cy="69751"/>
          </a:xfrm>
          <a:prstGeom prst="roundRect">
            <a:avLst>
              <a:gd name="adj" fmla="val 49999"/>
            </a:avLst>
          </a:prstGeom>
          <a:solidFill>
            <a:srgbClr val="E22459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732234"/>
            <a:ext cx="3987700" cy="2486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800" b="1" spc="-96" kern="0" dirty="0">
                <a:solidFill>
                  <a:srgbClr val="0F766E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SMALL ACTIONS</a:t>
            </a:r>
            <a:endParaRPr lang="en-US" sz="48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800" b="1" spc="-96" kern="0" dirty="0">
                <a:solidFill>
                  <a:srgbClr val="0F766E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MAKE A DIFFERENCE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609585" y="3482578"/>
            <a:ext cx="996925" cy="38100"/>
          </a:xfrm>
          <a:prstGeom prst="roundRect">
            <a:avLst>
              <a:gd name="adj" fmla="val 49999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3761978"/>
            <a:ext cx="3987700" cy="1929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21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6324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Wash hands with soap and water.</a:t>
            </a:r>
            <a:endParaRPr lang="en-US" sz="1600" dirty="0"/>
          </a:p>
          <a:p>
            <a:pPr algn="l" marL="325120" indent="-325120">
              <a:lnSpc>
                <a:spcPct val="121000"/>
              </a:lnSpc>
              <a:buSzPct val="100000"/>
              <a:buFont typeface="+mj-lt"/>
              <a:buAutoNum type="arabicPeriod" startAt="2"/>
            </a:pPr>
            <a:r>
              <a:rPr lang="en-US" sz="1600" dirty="0">
                <a:solidFill>
                  <a:srgbClr val="16324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Do not throw trash or chemicals into rivers, lakes, or drains.</a:t>
            </a:r>
            <a:endParaRPr lang="en-US" sz="1600" dirty="0"/>
          </a:p>
          <a:p>
            <a:pPr algn="l" marL="325120" indent="-325120">
              <a:lnSpc>
                <a:spcPct val="121000"/>
              </a:lnSpc>
              <a:buSzPct val="100000"/>
              <a:buFont typeface="+mj-lt"/>
              <a:buAutoNum type="arabicPeriod" startAt="3"/>
            </a:pPr>
            <a:r>
              <a:rPr lang="en-US" sz="1600" dirty="0">
                <a:solidFill>
                  <a:srgbClr val="16324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Use only the water you need and report leaks.</a:t>
            </a:r>
            <a:endParaRPr lang="en-US" sz="1600" dirty="0"/>
          </a:p>
          <a:p>
            <a:pPr algn="l" marL="325120" indent="-325120">
              <a:lnSpc>
                <a:spcPct val="121000"/>
              </a:lnSpc>
              <a:buSzPct val="100000"/>
              <a:buFont typeface="+mj-lt"/>
              <a:buAutoNum type="arabicPeriod" startAt="4"/>
            </a:pPr>
            <a:r>
              <a:rPr lang="en-US" sz="1600" dirty="0">
                <a:solidFill>
                  <a:srgbClr val="16324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Keep toilets clean and use them safely.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585" y="5881886"/>
            <a:ext cx="4470288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b="1" dirty="0">
                <a:solidFill>
                  <a:srgbClr val="16324F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Clean water is everyone’s responsibility.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873" y="0"/>
            <a:ext cx="7111822" cy="6858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1479180" y="736600"/>
            <a:ext cx="40764" cy="38100"/>
          </a:xfrm>
          <a:prstGeom prst="rect">
            <a:avLst/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362476" y="2646363"/>
            <a:ext cx="4878" cy="69751"/>
          </a:xfrm>
          <a:prstGeom prst="roundRect">
            <a:avLst>
              <a:gd name="adj" fmla="val 49999"/>
            </a:avLst>
          </a:prstGeom>
          <a:solidFill>
            <a:srgbClr val="E22459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2026-09-22T15:35:25Z</dcterms:created>
  <dcterms:modified xsi:type="dcterms:W3CDTF">2026-09-22T15:35:25Z</dcterms:modified>
</cp:coreProperties>
</file>